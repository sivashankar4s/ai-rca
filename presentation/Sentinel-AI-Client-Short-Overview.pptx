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F0FE"/>
                </a:solidFill>
              </a:defRPr>
            </a:pPr>
            <a:r>
              <a:t>Sentinel AI - Client Architecture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FA8C8"/>
                </a:solidFill>
              </a:defRPr>
            </a:pPr>
            <a:r>
              <a:t>AI-powered service health and root-cause analysis for AWS data pipelines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48840"/>
            <a:ext cx="10789920" cy="4114800"/>
          </a:xfrm>
          <a:prstGeom prst="rect">
            <a:avLst/>
          </a:prstGeom>
          <a:solidFill>
            <a:srgbClr val="1E2D47"/>
          </a:solidFill>
          <a:ln>
            <a:solidFill>
              <a:srgbClr val="2A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Audience: client architects and platform leaders</a:t>
            </a:r>
          </a:p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Scope: live capabilities, architecture fit, and measurable impact</a:t>
            </a:r>
          </a:p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Version date: 2026-07-08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B4D8"/>
                </a:solidFill>
              </a:defRPr>
            </a:pPr>
            <a:r>
              <a:t>Sentinel AI | Client Short Overview |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F0FE"/>
                </a:solidFill>
              </a:defRPr>
            </a:pPr>
            <a:r>
              <a:t>Problem We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FA8C8"/>
                </a:solidFill>
              </a:defRPr>
            </a:pPr>
            <a:r>
              <a:t>Current incident analysis is manual and slow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48840"/>
            <a:ext cx="10789920" cy="4114800"/>
          </a:xfrm>
          <a:prstGeom prst="rect">
            <a:avLst/>
          </a:prstGeom>
          <a:solidFill>
            <a:srgbClr val="1E2D47"/>
          </a:solidFill>
          <a:ln>
            <a:solidFill>
              <a:srgbClr val="2A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Engineers manually query failures, build log queries, and inspect hundreds of lines</a:t>
            </a:r>
          </a:p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Root cause write-up and stakeholder summary are done separately</a:t>
            </a:r>
          </a:p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Recurring incidents are not consistently linked to prior cases</a:t>
            </a:r>
          </a:p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Result: high mean-time-to-root-cause and high dependence on senior experts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B4D8"/>
                </a:solidFill>
              </a:defRPr>
            </a:pPr>
            <a:r>
              <a:t>Sentinel AI | Client Short Overview |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F0FE"/>
                </a:solidFill>
              </a:defRPr>
            </a:pPr>
            <a:r>
              <a:t>What The Application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FA8C8"/>
                </a:solidFill>
              </a:defRPr>
            </a:pPr>
            <a:r>
              <a:t>Two-step workflow with guided AI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48840"/>
            <a:ext cx="10789920" cy="4114800"/>
          </a:xfrm>
          <a:prstGeom prst="rect">
            <a:avLst/>
          </a:prstGeom>
          <a:solidFill>
            <a:srgbClr val="1E2D47"/>
          </a:solidFill>
          <a:ln>
            <a:solidFill>
              <a:srgbClr val="2A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Step 1: Fetch FAILED records by time range and component</a:t>
            </a:r>
          </a:p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Step 2: Analyze selected records using LLM + log backend queries</a:t>
            </a:r>
          </a:p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Output includes grouped failure patterns, root cause, likely fix, and escalation path</a:t>
            </a:r>
          </a:p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One-click deep-link opens the exact CloudWatch/Grafana query and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B4D8"/>
                </a:solidFill>
              </a:defRPr>
            </a:pPr>
            <a:r>
              <a:t>Sentinel AI | Client Short Overview |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F0FE"/>
                </a:solidFill>
              </a:defRPr>
            </a:pPr>
            <a: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FA8C8"/>
                </a:solidFill>
              </a:defRPr>
            </a:pPr>
            <a:r>
              <a:t>Production-focused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48840"/>
            <a:ext cx="10789920" cy="4114800"/>
          </a:xfrm>
          <a:prstGeom prst="rect">
            <a:avLst/>
          </a:prstGeom>
          <a:solidFill>
            <a:srgbClr val="1E2D47"/>
          </a:solidFill>
          <a:ln>
            <a:solidFill>
              <a:srgbClr val="2A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Paginated failure table with cross-page selection and bulk analyze</a:t>
            </a:r>
          </a:p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Executive summary generated for ticket/incident communication</a:t>
            </a:r>
          </a:p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Recurring issue detection via root-cause signature and CRM case linking</a:t>
            </a:r>
          </a:p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Pluggable providers for data source, LLM, and log backend</a:t>
            </a:r>
          </a:p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GitHub MCP code-change context for failures in the selected time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B4D8"/>
                </a:solidFill>
              </a:defRPr>
            </a:pPr>
            <a:r>
              <a:t>Sentinel AI | Client Short Overview |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F0FE"/>
                </a:solidFill>
              </a:defRPr>
            </a:pPr>
            <a:r>
              <a:t>Architecture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FA8C8"/>
                </a:solidFill>
              </a:defRPr>
            </a:pPr>
            <a:r>
              <a:t>Composable design for enterprise environments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48840"/>
            <a:ext cx="10789920" cy="4114800"/>
          </a:xfrm>
          <a:prstGeom prst="rect">
            <a:avLst/>
          </a:prstGeom>
          <a:solidFill>
            <a:srgbClr val="1E2D47"/>
          </a:solidFill>
          <a:ln>
            <a:solidFill>
              <a:srgbClr val="2A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Frontend SPA + FastAPI backend + provider strategy interfaces</a:t>
            </a:r>
          </a:p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Backend isolates DataSource, LLM, and LogAnalysis with plugin registry</a:t>
            </a:r>
          </a:p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Provider swap via configuration, without orchestration code changes</a:t>
            </a:r>
          </a:p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Postgres persistence stores case history and recurrence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B4D8"/>
                </a:solidFill>
              </a:defRPr>
            </a:pPr>
            <a:r>
              <a:t>Sentinel AI | Client Short Overview |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F0FE"/>
                </a:solidFill>
              </a:defRPr>
            </a:pPr>
            <a:r>
              <a:t>Business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FA8C8"/>
                </a:solidFill>
              </a:defRPr>
            </a:pPr>
            <a:r>
              <a:t>Why this is valuable for platform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48840"/>
            <a:ext cx="10789920" cy="4114800"/>
          </a:xfrm>
          <a:prstGeom prst="rect">
            <a:avLst/>
          </a:prstGeom>
          <a:solidFill>
            <a:srgbClr val="1E2D47"/>
          </a:solidFill>
          <a:ln>
            <a:solidFill>
              <a:srgbClr val="2A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Faster incident diagnosis and higher on-call confidence</a:t>
            </a:r>
          </a:p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Standardized RCA quality across teams and shifts</a:t>
            </a:r>
          </a:p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Reduced reliance on tribal knowledge and ad-hoc runbooks</a:t>
            </a:r>
          </a:p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Higher transparency: repeat failures become visible and actionable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B4D8"/>
                </a:solidFill>
              </a:defRPr>
            </a:pPr>
            <a:r>
              <a:t>Sentinel AI | Client Short Overview |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F0FE"/>
                </a:solidFill>
              </a:defRPr>
            </a:pPr>
            <a:r>
              <a:t>Time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FA8C8"/>
                </a:solidFill>
              </a:defRPr>
            </a:pPr>
            <a:r>
              <a:t>Indicative effort comparison per incident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48840"/>
            <a:ext cx="10789920" cy="4114800"/>
          </a:xfrm>
          <a:prstGeom prst="rect">
            <a:avLst/>
          </a:prstGeom>
          <a:solidFill>
            <a:srgbClr val="1E2D47"/>
          </a:solidFill>
          <a:ln>
            <a:solidFill>
              <a:srgbClr val="2A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Manual baseline: 60-180 minutes (querying, log digging, report writing)</a:t>
            </a:r>
          </a:p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With Sentinel AI: 2-10 minutes (fetch, analyze, review output)</a:t>
            </a:r>
          </a:p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Estimated reduction: 85%-98% in time-to-root-cause</a:t>
            </a:r>
          </a:p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Assumption: read-only cloud access and configured providers are available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B4D8"/>
                </a:solidFill>
              </a:defRPr>
            </a:pPr>
            <a:r>
              <a:t>Sentinel AI | Client Short Overview |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F0FE"/>
                </a:solidFill>
              </a:defRPr>
            </a:pPr>
            <a:r>
              <a:t>Adoption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FA8C8"/>
                </a:solidFill>
              </a:defRPr>
            </a:pPr>
            <a:r>
              <a:t>Low-friction rollout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48840"/>
            <a:ext cx="10789920" cy="4114800"/>
          </a:xfrm>
          <a:prstGeom prst="rect">
            <a:avLst/>
          </a:prstGeom>
          <a:solidFill>
            <a:srgbClr val="1E2D47"/>
          </a:solidFill>
          <a:ln>
            <a:solidFill>
              <a:srgbClr val="2A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Pilot with one data pipeline profile and one operations squad</a:t>
            </a:r>
          </a:p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Track MTRC, recurrence closure rate, and false-positive trend</a:t>
            </a:r>
          </a:p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Expand to additional services and teams after pilot baseline</a:t>
            </a:r>
          </a:p>
          <a:p>
            <a:pPr>
              <a:spcAft>
                <a:spcPts val="800"/>
              </a:spcAft>
              <a:defRPr sz="2000">
                <a:solidFill>
                  <a:srgbClr val="E8F0FE"/>
                </a:solidFill>
              </a:defRPr>
            </a:pPr>
            <a:r>
              <a:t>- Roadmap: deeper automation and broader source-code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B4D8"/>
                </a:solidFill>
              </a:defRPr>
            </a:pPr>
            <a:r>
              <a:t>Sentinel AI | Client Short Overview |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